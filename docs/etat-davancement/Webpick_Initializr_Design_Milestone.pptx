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9" r:id="rId11"/>
    <p:sldId id="270" r:id="rId12"/>
    <p:sldId id="262" r:id="rId13"/>
    <p:sldId id="263" r:id="rId14"/>
    <p:sldId id="264" r:id="rId15"/>
    <p:sldId id="265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F2F0"/>
    <a:srgbClr val="F3F3F1"/>
    <a:srgbClr val="EFF3F6"/>
    <a:srgbClr val="F9F8F3"/>
    <a:srgbClr val="F3F7FA"/>
    <a:srgbClr val="FDFDFB"/>
    <a:srgbClr val="F5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67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B30DAC-45AD-D247-E7AE-72D61A119F66}"/>
              </a:ext>
            </a:extLst>
          </p:cNvPr>
          <p:cNvSpPr/>
          <p:nvPr/>
        </p:nvSpPr>
        <p:spPr>
          <a:xfrm>
            <a:off x="8509000" y="5257800"/>
            <a:ext cx="5867400" cy="533400"/>
          </a:xfrm>
          <a:prstGeom prst="rect">
            <a:avLst/>
          </a:prstGeom>
          <a:solidFill>
            <a:srgbClr val="F5F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AD2144-2CAE-5456-9E5B-DDD917BF677A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3A9104-2937-E44B-150F-8C36FD7265EF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F70706-6C90-D5E2-505B-BC9F20529420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7095C-E505-9D94-1824-8E42066E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1DDEA7E-D94C-A5C8-F89B-F1A23452F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6C2657-AA83-837C-A78A-C526C6214F61}"/>
              </a:ext>
            </a:extLst>
          </p:cNvPr>
          <p:cNvSpPr/>
          <p:nvPr/>
        </p:nvSpPr>
        <p:spPr>
          <a:xfrm>
            <a:off x="14985999" y="8839200"/>
            <a:ext cx="1219201" cy="2667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6E91CF-EB72-6E54-CA74-244043DA9AD0}"/>
              </a:ext>
            </a:extLst>
          </p:cNvPr>
          <p:cNvSpPr/>
          <p:nvPr/>
        </p:nvSpPr>
        <p:spPr>
          <a:xfrm>
            <a:off x="1041400" y="2286000"/>
            <a:ext cx="14249400" cy="63246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FEFF3-8763-DB34-A7C6-09AABB16A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712" y="2209800"/>
            <a:ext cx="8486775" cy="6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3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68AB2E-192D-1245-06DE-7A11191F3FA5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3043A1-80ED-B69A-6155-AA201D4DFB0E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9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BD113-D6D8-C70E-6DE0-233C1079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20387E1-07AD-91AF-8787-A30A4E1E0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972A95-A0FF-40F8-A6FA-48D135156DE4}"/>
              </a:ext>
            </a:extLst>
          </p:cNvPr>
          <p:cNvSpPr/>
          <p:nvPr/>
        </p:nvSpPr>
        <p:spPr>
          <a:xfrm>
            <a:off x="14985999" y="8839200"/>
            <a:ext cx="1219201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9C666-514C-B007-30DD-63C792B3120E}"/>
              </a:ext>
            </a:extLst>
          </p:cNvPr>
          <p:cNvSpPr/>
          <p:nvPr/>
        </p:nvSpPr>
        <p:spPr>
          <a:xfrm>
            <a:off x="406400" y="1219200"/>
            <a:ext cx="15443200" cy="735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810FD2-EC12-F5D4-C48C-C17826A8A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3" b="21776"/>
          <a:stretch>
            <a:fillRect/>
          </a:stretch>
        </p:blipFill>
        <p:spPr>
          <a:xfrm>
            <a:off x="1955800" y="1066800"/>
            <a:ext cx="11811000" cy="774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5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EB40F8-22E1-AFBB-33CA-D72BC958D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152400"/>
            <a:ext cx="13670280" cy="8624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86D756-DCB2-1DCC-BEF9-7AA56DBD7F81}"/>
              </a:ext>
            </a:extLst>
          </p:cNvPr>
          <p:cNvSpPr txBox="1"/>
          <p:nvPr/>
        </p:nvSpPr>
        <p:spPr>
          <a:xfrm>
            <a:off x="584200" y="1219200"/>
            <a:ext cx="615553" cy="73914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vert270" wrap="square" rtlCol="0">
            <a:spAutoFit/>
          </a:bodyPr>
          <a:lstStyle/>
          <a:p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Concetion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logiciel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Diagramme de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classe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3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81733-FED1-2DDB-12BD-C2624914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D100A4-ED78-A9E9-3F55-1F1424EFA018}"/>
              </a:ext>
            </a:extLst>
          </p:cNvPr>
          <p:cNvSpPr txBox="1"/>
          <p:nvPr/>
        </p:nvSpPr>
        <p:spPr>
          <a:xfrm>
            <a:off x="584200" y="381000"/>
            <a:ext cx="615553" cy="82296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vert270" wrap="square" rtlCol="0">
            <a:spAutoFit/>
          </a:bodyPr>
          <a:lstStyle/>
          <a:p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Concetion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logiciel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</a:t>
            </a:r>
            <a:r>
              <a:rPr lang="fr-FR" sz="28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Diagramme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séquence 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ED7F9-98D7-12DD-EE76-3F58E0474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457200"/>
            <a:ext cx="13235262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B8D03-A1C9-CF43-CA2B-CC14C57C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E3174A-8110-8301-A757-6D560F246FC2}"/>
              </a:ext>
            </a:extLst>
          </p:cNvPr>
          <p:cNvSpPr txBox="1"/>
          <p:nvPr/>
        </p:nvSpPr>
        <p:spPr>
          <a:xfrm>
            <a:off x="584200" y="381000"/>
            <a:ext cx="615553" cy="822960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vert270" wrap="square" rtlCol="0">
            <a:spAutoFit/>
          </a:bodyPr>
          <a:lstStyle/>
          <a:p>
            <a:r>
              <a:rPr lang="en-US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Concetion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logique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</a:t>
            </a:r>
            <a:r>
              <a:rPr lang="fr-FR" sz="2800" dirty="0">
                <a:solidFill>
                  <a:schemeClr val="accent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Architecture</a:t>
            </a: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05FE7-8451-467D-DE52-4B83ED775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0" y="381000"/>
            <a:ext cx="13349743" cy="837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1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DAF04C-B209-96BA-D30E-6860450F191B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4814E7-B74D-BD4B-B817-E0A7079BCE70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3F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DF792A-28D8-C05D-D6E6-87B8256AEA93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305E26-E37A-67FF-F24B-8B853D9E1C57}"/>
              </a:ext>
            </a:extLst>
          </p:cNvPr>
          <p:cNvSpPr/>
          <p:nvPr/>
        </p:nvSpPr>
        <p:spPr>
          <a:xfrm>
            <a:off x="14909799" y="8839200"/>
            <a:ext cx="1219201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16</Words>
  <Application>Microsoft Office PowerPoint</Application>
  <PresentationFormat>Custom</PresentationFormat>
  <Paragraphs>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bouanani abderrahman</cp:lastModifiedBy>
  <cp:revision>2</cp:revision>
  <dcterms:created xsi:type="dcterms:W3CDTF">2006-08-16T00:00:00Z</dcterms:created>
  <dcterms:modified xsi:type="dcterms:W3CDTF">2026-07-15T16:53:00Z</dcterms:modified>
</cp:coreProperties>
</file>